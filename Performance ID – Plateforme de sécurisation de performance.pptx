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260178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63415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304063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180382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129673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3949314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1638167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377127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339484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420673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388419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9919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251533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3626384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378283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2053266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192497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3BB62-9A6C-4AF2-B224-9578209ABA54}" type="datetimeFigureOut">
              <a:rPr lang="fr-BJ" smtClean="0"/>
              <a:t>28/01/2026</a:t>
            </a:fld>
            <a:endParaRPr lang="fr-BJ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J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31044-FEE1-4468-AB10-EC5B02853A93}" type="slidenum">
              <a:rPr lang="fr-BJ" smtClean="0"/>
              <a:t>‹N°›</a:t>
            </a:fld>
            <a:endParaRPr lang="fr-BJ"/>
          </a:p>
        </p:txBody>
      </p:sp>
    </p:spTree>
    <p:extLst>
      <p:ext uri="{BB962C8B-B14F-4D97-AF65-F5344CB8AC3E}">
        <p14:creationId xmlns:p14="http://schemas.microsoft.com/office/powerpoint/2010/main" val="18172675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8300DB-49F5-D100-6CC7-9B2991E9C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748876"/>
            <a:ext cx="9001462" cy="2387600"/>
          </a:xfrm>
        </p:spPr>
        <p:txBody>
          <a:bodyPr>
            <a:normAutofit/>
          </a:bodyPr>
          <a:lstStyle/>
          <a:p>
            <a:r>
              <a:rPr lang="fr-FR" sz="3200" dirty="0"/>
              <a:t>Performance ID – Plateforme de sécurisation de performance athlétique</a:t>
            </a:r>
            <a:endParaRPr lang="fr-BJ" sz="32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8D26F4-7E64-424C-EA8C-182312662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445" y="3966224"/>
            <a:ext cx="11412392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fr-FR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  </a:t>
            </a:r>
          </a:p>
          <a:p>
            <a:pPr algn="l"/>
            <a:r>
              <a:rPr lang="fr-FR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Présenté par : Abdoul Wadoud BALOGOUN</a:t>
            </a:r>
          </a:p>
          <a:p>
            <a:pPr algn="r"/>
            <a:endParaRPr lang="fr-FR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r"/>
            <a:r>
              <a:rPr lang="fr-FR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Supervisé par:  M. Mohamed Elafrit</a:t>
            </a:r>
            <a:endParaRPr lang="fr-BJ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386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9B4790-5C11-AE36-A9B3-CAD877316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AGENDA</a:t>
            </a:r>
            <a:endParaRPr lang="fr-BJ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A7A42-6F04-F9F8-1C47-067CFC860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Vision Board</a:t>
            </a:r>
          </a:p>
          <a:p>
            <a:r>
              <a:rPr lang="fr-FR" dirty="0"/>
              <a:t>Persona</a:t>
            </a:r>
          </a:p>
          <a:p>
            <a:r>
              <a:rPr lang="fr-FR" dirty="0"/>
              <a:t>Customer Journey</a:t>
            </a:r>
          </a:p>
          <a:p>
            <a:r>
              <a:rPr lang="fr-FR" dirty="0"/>
              <a:t>StoryMap</a:t>
            </a:r>
          </a:p>
          <a:p>
            <a:r>
              <a:rPr lang="fr-FR" dirty="0"/>
              <a:t>Release Planning</a:t>
            </a:r>
          </a:p>
          <a:p>
            <a:r>
              <a:rPr lang="fr-FR" dirty="0"/>
              <a:t>Product Backlog</a:t>
            </a:r>
          </a:p>
          <a:p>
            <a:r>
              <a:rPr lang="fr-FR" dirty="0"/>
              <a:t>Sprint Backlog</a:t>
            </a:r>
          </a:p>
          <a:p>
            <a:r>
              <a:rPr lang="fr-FR" dirty="0"/>
              <a:t>Burndown Sprint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BJ" dirty="0"/>
          </a:p>
        </p:txBody>
      </p:sp>
    </p:spTree>
    <p:extLst>
      <p:ext uri="{BB962C8B-B14F-4D97-AF65-F5344CB8AC3E}">
        <p14:creationId xmlns:p14="http://schemas.microsoft.com/office/powerpoint/2010/main" val="1632350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210CF8-EBC8-B6A9-199A-5D6897AF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75" y="301522"/>
            <a:ext cx="10353761" cy="1326321"/>
          </a:xfrm>
        </p:spPr>
        <p:txBody>
          <a:bodyPr/>
          <a:lstStyle/>
          <a:p>
            <a:r>
              <a:rPr lang="fr-FR" dirty="0"/>
              <a:t>VISION BOARD</a:t>
            </a:r>
            <a:endParaRPr lang="fr-BJ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CE86E7F-1958-A820-F897-CC4BB94A4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104" y="1447539"/>
            <a:ext cx="7881872" cy="52301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578604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BA88D3F-EEB7-8C76-A66C-8371C4626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417" y="2643388"/>
            <a:ext cx="4988818" cy="923982"/>
          </a:xfrm>
        </p:spPr>
      </p:pic>
    </p:spTree>
    <p:extLst>
      <p:ext uri="{BB962C8B-B14F-4D97-AF65-F5344CB8AC3E}">
        <p14:creationId xmlns:p14="http://schemas.microsoft.com/office/powerpoint/2010/main" val="31319121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514404-D3B1-FE42-EFD0-D730499B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00507"/>
            <a:ext cx="10353761" cy="1326321"/>
          </a:xfrm>
        </p:spPr>
        <p:txBody>
          <a:bodyPr/>
          <a:lstStyle/>
          <a:p>
            <a:r>
              <a:rPr lang="fr-FR" dirty="0"/>
              <a:t>Persona</a:t>
            </a:r>
            <a:endParaRPr lang="fr-BJ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8A585AC-437B-AE4B-3211-E3985EBDA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920" y="2095500"/>
            <a:ext cx="7652635" cy="3695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215317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13CC479-06A0-5F54-EECC-1CD604C65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453" y="780047"/>
            <a:ext cx="4881093" cy="52979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44117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4C2A07-794A-A210-8818-92DA89DA3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CUSTOMER JOURNEY</a:t>
            </a:r>
            <a:endParaRPr lang="fr-BJ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4C1D4E5-D875-BC26-A86D-27469E43A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438" y="2095500"/>
            <a:ext cx="7675809" cy="3695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49435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202A00-013F-9BA3-6AFD-C4619EE4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03639"/>
            <a:ext cx="10353761" cy="1326321"/>
          </a:xfrm>
        </p:spPr>
        <p:txBody>
          <a:bodyPr/>
          <a:lstStyle/>
          <a:p>
            <a:r>
              <a:rPr lang="fr-FR" dirty="0"/>
              <a:t>STORYMAP</a:t>
            </a:r>
            <a:endParaRPr lang="fr-BJ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721261A-35C8-5C57-2891-7C2FA3927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107" y="1729960"/>
            <a:ext cx="7122017" cy="3695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670218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3A5667-B1A6-CBBE-1CB2-3F6BBC09C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403639"/>
            <a:ext cx="10353761" cy="1326321"/>
          </a:xfrm>
        </p:spPr>
        <p:txBody>
          <a:bodyPr/>
          <a:lstStyle/>
          <a:p>
            <a:r>
              <a:rPr lang="fr-FR" dirty="0"/>
              <a:t>RELEASE PLANNING</a:t>
            </a:r>
            <a:endParaRPr lang="fr-BJ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284EA09-E8AA-29B9-EB7F-EBDF4D0A8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730" y="1893194"/>
            <a:ext cx="8491015" cy="38980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548804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E187437-DF1F-F193-9056-B75D60910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421" y="1467118"/>
            <a:ext cx="7695157" cy="3923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00502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DBD453-8737-06FE-92D1-640B0DBBA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09" y="377780"/>
            <a:ext cx="10353761" cy="1326321"/>
          </a:xfrm>
        </p:spPr>
        <p:txBody>
          <a:bodyPr/>
          <a:lstStyle/>
          <a:p>
            <a:r>
              <a:rPr lang="fr-FR" dirty="0"/>
              <a:t>PRODUCT BACKLOG</a:t>
            </a:r>
            <a:endParaRPr lang="fr-BJ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909DC34-37D7-B17D-7D73-404623EE2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09" y="1704101"/>
            <a:ext cx="10353675" cy="31735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582836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571629-479F-8C71-D850-D6C7E1FE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SPRINT BACKLOG</a:t>
            </a:r>
            <a:endParaRPr lang="fr-BJ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8351391-C203-85F8-C739-CD07406A3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57" y="2160836"/>
            <a:ext cx="10202699" cy="25363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045961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914528-368B-6410-9084-2AB15DA87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03639"/>
            <a:ext cx="10353761" cy="1326321"/>
          </a:xfrm>
        </p:spPr>
        <p:txBody>
          <a:bodyPr/>
          <a:lstStyle/>
          <a:p>
            <a:r>
              <a:rPr lang="fr-FR" dirty="0"/>
              <a:t>BURNDOWN SPRINT</a:t>
            </a:r>
            <a:endParaRPr lang="fr-BJ"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E693CDE3-FFA1-E0C4-A7D0-FC5A9CC21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715" y="1729960"/>
            <a:ext cx="6387922" cy="3695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669044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3F353D4-B725-8975-5407-C34D772A2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406" y="1412919"/>
            <a:ext cx="7647188" cy="3695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852279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B385FA4-8E32-61A5-6F07-8C6CF1766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107" y="1581150"/>
            <a:ext cx="6400800" cy="3695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9404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A097BC3-F73C-783A-F05C-0B828275F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914" y="1581150"/>
            <a:ext cx="7374171" cy="3695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34988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1A7CE0-8BD1-4E7E-5101-701E8C751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fr-FR" sz="4000" dirty="0"/>
          </a:p>
          <a:p>
            <a:pPr marL="0" indent="0" algn="r">
              <a:buNone/>
            </a:pPr>
            <a:endParaRPr lang="fr-FR" sz="4000" dirty="0"/>
          </a:p>
          <a:p>
            <a:pPr marL="0" indent="0" algn="r">
              <a:buNone/>
            </a:pPr>
            <a:endParaRPr lang="fr-FR" sz="4000" dirty="0"/>
          </a:p>
          <a:p>
            <a:pPr marL="0" indent="0" algn="r">
              <a:buNone/>
            </a:pPr>
            <a:r>
              <a:rPr lang="fr-FR" sz="4000" dirty="0"/>
              <a:t>Merci de votre Attention !</a:t>
            </a:r>
            <a:endParaRPr lang="fr-BJ" sz="4000" dirty="0"/>
          </a:p>
        </p:txBody>
      </p:sp>
    </p:spTree>
    <p:extLst>
      <p:ext uri="{BB962C8B-B14F-4D97-AF65-F5344CB8AC3E}">
        <p14:creationId xmlns:p14="http://schemas.microsoft.com/office/powerpoint/2010/main" val="6334942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TM04033921[[fn=Damas]]</Template>
  <TotalTime>71</TotalTime>
  <Words>57</Words>
  <Application>Microsoft Office PowerPoint</Application>
  <PresentationFormat>Grand écran</PresentationFormat>
  <Paragraphs>28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Bookman Old Style</vt:lpstr>
      <vt:lpstr>Rockwell</vt:lpstr>
      <vt:lpstr>Damask</vt:lpstr>
      <vt:lpstr>Performance ID – Plateforme de sécurisation de performance athlétique</vt:lpstr>
      <vt:lpstr>AGENDA</vt:lpstr>
      <vt:lpstr>VISION BOARD</vt:lpstr>
      <vt:lpstr>Présentation PowerPoint</vt:lpstr>
      <vt:lpstr>Persona</vt:lpstr>
      <vt:lpstr>Présentation PowerPoint</vt:lpstr>
      <vt:lpstr>CUSTOMER JOURNEY</vt:lpstr>
      <vt:lpstr>STORYMAP</vt:lpstr>
      <vt:lpstr>RELEASE PLANNING</vt:lpstr>
      <vt:lpstr>Présentation PowerPoint</vt:lpstr>
      <vt:lpstr>PRODUCT BACKLOG</vt:lpstr>
      <vt:lpstr>SPRINT BACKLOG</vt:lpstr>
      <vt:lpstr>BURNDOWN SPRINT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Abdoul Wadoud Atanda BALOGOUN</dc:creator>
  <cp:lastModifiedBy>Abdoul Wadoud Atanda BALOGOUN</cp:lastModifiedBy>
  <cp:revision>1</cp:revision>
  <dcterms:created xsi:type="dcterms:W3CDTF">2026-01-28T13:57:31Z</dcterms:created>
  <dcterms:modified xsi:type="dcterms:W3CDTF">2026-01-28T15:08:32Z</dcterms:modified>
</cp:coreProperties>
</file>