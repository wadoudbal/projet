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18A8B8-1656-5A6C-431B-76D0CB448C96}" v="142" dt="2026-01-28T09:20:24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22CA2-C9B3-451E-8F05-CF124682A5C5}" type="datetimeFigureOut">
              <a:t>28/01/2026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88FB0-1FAA-4483-95E7-CA94C3E33EB4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34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Release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374151"/>
                </a:solidFill>
              </a:rPr>
              <a:t>Fil rouge: </a:t>
            </a:r>
            <a:r>
              <a:rPr lang="en-US" sz="1200" b="1" dirty="0">
                <a:solidFill>
                  <a:srgbClr val="374151"/>
                </a:solidFill>
              </a:rPr>
              <a:t>The </a:t>
            </a:r>
            <a:r>
              <a:rPr lang="en-US" sz="1200" b="1" err="1">
                <a:solidFill>
                  <a:srgbClr val="374151"/>
                </a:solidFill>
              </a:rPr>
              <a:t>Perfomance</a:t>
            </a:r>
            <a:r>
              <a:rPr lang="en-US" sz="1200" b="1" dirty="0">
                <a:solidFill>
                  <a:srgbClr val="374151"/>
                </a:solidFill>
              </a:rPr>
              <a:t> ID</a:t>
            </a:r>
            <a:r>
              <a:rPr lang="en-US" sz="1200" dirty="0">
                <a:solidFill>
                  <a:srgbClr val="374151"/>
                </a:solidFill>
              </a:rPr>
              <a:t> - </a:t>
            </a:r>
            <a:r>
              <a:rPr lang="en-US" sz="1200" err="1">
                <a:solidFill>
                  <a:srgbClr val="374151"/>
                </a:solidFill>
              </a:rPr>
              <a:t>Projet</a:t>
            </a:r>
            <a:r>
              <a:rPr lang="en-US" sz="1200">
                <a:solidFill>
                  <a:srgbClr val="374151"/>
                </a:solidFill>
              </a:rPr>
              <a:t> du 02/02/2026 au 01/05/2026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46052" y="1205686"/>
            <a:ext cx="11139980" cy="36906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02/02/2026 - 15/02/2026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01952"/>
            <a:ext cx="2649474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Goal: Socle &amp; Base SQL</a:t>
            </a:r>
            <a:endParaRPr lang="fr-FR" sz="1200" dirty="0"/>
          </a:p>
        </p:txBody>
      </p:sp>
      <p:sp>
        <p:nvSpPr>
          <p:cNvPr id="10" name="Shape 8"/>
          <p:cNvSpPr/>
          <p:nvPr/>
        </p:nvSpPr>
        <p:spPr>
          <a:xfrm>
            <a:off x="546052" y="2319931"/>
            <a:ext cx="2752646" cy="256204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551176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111827"/>
                </a:solidFill>
                <a:ea typeface="+mn-lt"/>
                <a:cs typeface="+mn-lt"/>
              </a:rPr>
              <a:t>Initialiser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repo + structure Node/React .</a:t>
            </a:r>
            <a:endParaRPr lang="fr-FR" dirty="0"/>
          </a:p>
        </p:txBody>
      </p:sp>
      <p:sp>
        <p:nvSpPr>
          <p:cNvPr id="13" name="Shape 11"/>
          <p:cNvSpPr/>
          <p:nvPr/>
        </p:nvSpPr>
        <p:spPr>
          <a:xfrm>
            <a:off x="576072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118104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Modèle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MySQL : </a:t>
            </a:r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Utilisateurs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et </a:t>
            </a:r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Exercices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.</a:t>
            </a:r>
            <a:endParaRPr lang="fr-FR" dirty="0"/>
          </a:p>
        </p:txBody>
      </p:sp>
      <p:sp>
        <p:nvSpPr>
          <p:cNvPr id="15" name="Shape 13"/>
          <p:cNvSpPr/>
          <p:nvPr/>
        </p:nvSpPr>
        <p:spPr>
          <a:xfrm>
            <a:off x="576072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685032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Page </a:t>
            </a:r>
            <a:r>
              <a:rPr lang="en-US" sz="1200" err="1">
                <a:solidFill>
                  <a:srgbClr val="111827"/>
                </a:solidFill>
                <a:ea typeface="+mn-lt"/>
                <a:cs typeface="+mn-lt"/>
              </a:rPr>
              <a:t>d'accueil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mobile-first.</a:t>
            </a:r>
            <a:endParaRPr lang="fr-FR" dirty="0"/>
          </a:p>
        </p:txBody>
      </p:sp>
      <p:sp>
        <p:nvSpPr>
          <p:cNvPr id="19" name="Shape 17"/>
          <p:cNvSpPr/>
          <p:nvPr/>
        </p:nvSpPr>
        <p:spPr>
          <a:xfrm>
            <a:off x="3298698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1850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1850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16/02/2026 - 01/03/2026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8698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1850" y="1901952"/>
            <a:ext cx="2649474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111827"/>
                </a:solidFill>
              </a:rPr>
              <a:t>Goal: </a:t>
            </a:r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Authentification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8698" y="2319931"/>
            <a:ext cx="2795778" cy="256204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71850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5002" y="2551176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Formulaire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Login Email/Mot de passe.</a:t>
            </a:r>
            <a:endParaRPr lang="fr-FR" dirty="0"/>
          </a:p>
        </p:txBody>
      </p:sp>
      <p:sp>
        <p:nvSpPr>
          <p:cNvPr id="27" name="Shape 25"/>
          <p:cNvSpPr/>
          <p:nvPr/>
        </p:nvSpPr>
        <p:spPr>
          <a:xfrm>
            <a:off x="3371850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5002" y="3118104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Sécurité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: </a:t>
            </a:r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Hachage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des mots de passe (</a:t>
            </a:r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BCrypt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).</a:t>
            </a:r>
            <a:endParaRPr lang="fr-FR" dirty="0"/>
          </a:p>
        </p:txBody>
      </p:sp>
      <p:sp>
        <p:nvSpPr>
          <p:cNvPr id="29" name="Shape 27"/>
          <p:cNvSpPr/>
          <p:nvPr/>
        </p:nvSpPr>
        <p:spPr>
          <a:xfrm>
            <a:off x="3371850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5002" y="3685032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rgbClr val="111827"/>
                </a:solidFill>
                <a:ea typeface="+mn-lt"/>
                <a:cs typeface="+mn-lt"/>
              </a:rPr>
              <a:t>Déploiement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 de la base MongoDB pour les logs.</a:t>
            </a:r>
            <a:endParaRPr lang="fr-FR" dirty="0"/>
          </a:p>
        </p:txBody>
      </p:sp>
      <p:sp>
        <p:nvSpPr>
          <p:cNvPr id="33" name="Shape 31"/>
          <p:cNvSpPr/>
          <p:nvPr/>
        </p:nvSpPr>
        <p:spPr>
          <a:xfrm>
            <a:off x="6094476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7628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67628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02/03/2026 - 15/03/2026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4476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7628" y="1901952"/>
            <a:ext cx="2649474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</a:rPr>
              <a:t>Goal:</a:t>
            </a:r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 Sécurité</a:t>
            </a:r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 2FA (MVP)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94476" y="2319931"/>
            <a:ext cx="2795778" cy="256204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7628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0780" y="2551176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Génération du QR Code pour activation TOTP.</a:t>
            </a:r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167628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0780" y="3118104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Validation du code à 6 chiffres (MFA).</a:t>
            </a:r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167628" y="3621024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0780" y="3685032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Gestion des sessions via jetons JWT</a:t>
            </a:r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8890254" y="1234440"/>
            <a:ext cx="279577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3406" y="1307592"/>
            <a:ext cx="26494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63406" y="1527048"/>
            <a:ext cx="26494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16/03/2026 - 29/03/2026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890254" y="1828800"/>
            <a:ext cx="2795778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3406" y="1901952"/>
            <a:ext cx="2649474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</a:rPr>
              <a:t>Goal: </a:t>
            </a:r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Journal d'entraînement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8963406" y="2487168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6558" y="2551176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111827"/>
                </a:solidFill>
                <a:ea typeface="+mn-lt"/>
                <a:cs typeface="+mn-lt"/>
              </a:rPr>
              <a:t>Créer une séance et lister les </a:t>
            </a:r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exercices.</a:t>
            </a:r>
            <a:endParaRPr lang="fr-FR" sz="1200"/>
          </a:p>
        </p:txBody>
      </p:sp>
      <p:sp>
        <p:nvSpPr>
          <p:cNvPr id="55" name="Shape 53"/>
          <p:cNvSpPr/>
          <p:nvPr/>
        </p:nvSpPr>
        <p:spPr>
          <a:xfrm>
            <a:off x="8963406" y="3054096"/>
            <a:ext cx="2649474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36558" y="3118104"/>
            <a:ext cx="250317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Ajout de séries (Poids/Répétitions).</a:t>
            </a:r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10268712" y="1033272"/>
            <a:ext cx="132588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96144" y="1069848"/>
            <a:ext cx="1271016" cy="246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Release MVP (29/03/2026)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Release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TheOBio - Stabilisation, valeur additionnelle et livraison finale au 01/05/2026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6052" y="1205686"/>
            <a:ext cx="11139980" cy="422263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727704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07592"/>
            <a:ext cx="358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527048"/>
            <a:ext cx="3581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30/03/2026 - 12/04/2026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727704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01952"/>
            <a:ext cx="3581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</a:rPr>
              <a:t>Goal: </a:t>
            </a:r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Audit &amp;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6052" y="2319931"/>
            <a:ext cx="3684572" cy="24757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487168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551176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Calcul automatique du volume et du 1RM.</a:t>
            </a:r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76072" y="3054096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118104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Interface Admin : Consultation des logs (MongoDB).</a:t>
            </a:r>
            <a:endParaRPr lang="fr-FR" sz="1200"/>
          </a:p>
        </p:txBody>
      </p:sp>
      <p:sp>
        <p:nvSpPr>
          <p:cNvPr id="15" name="Shape 13"/>
          <p:cNvSpPr/>
          <p:nvPr/>
        </p:nvSpPr>
        <p:spPr>
          <a:xfrm>
            <a:off x="576072" y="3621024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685032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Graphiques de progression de base.</a:t>
            </a:r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230624" y="1234440"/>
            <a:ext cx="3727704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3776" y="1307592"/>
            <a:ext cx="358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03776" y="1527048"/>
            <a:ext cx="3581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13/04/2026 - 26/04/2026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30624" y="1828800"/>
            <a:ext cx="3727704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3776" y="1901952"/>
            <a:ext cx="3581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</a:rPr>
              <a:t>Goal: </a:t>
            </a:r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Stabilisation &amp; UX</a:t>
            </a:r>
            <a:endParaRPr lang="en-US" sz="1200" dirty="0">
              <a:solidFill>
                <a:srgbClr val="111827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30624" y="2319931"/>
            <a:ext cx="3713327" cy="24757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3776" y="2487168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6928" y="2551176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Responsive design complet</a:t>
            </a:r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303776" y="3054096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6928" y="3118104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Gestion des erreurs (code invalide, mot de passe oublié).</a:t>
            </a:r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303776" y="3621024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6928" y="3685032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Optimisation des requêtes MySQL.</a:t>
            </a:r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7958328" y="1234440"/>
            <a:ext cx="3727704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31480" y="1307592"/>
            <a:ext cx="3581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Sprint 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31480" y="1527048"/>
            <a:ext cx="3581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27/04/2026 - 01/05/2026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58328" y="1828800"/>
            <a:ext cx="3727704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31480" y="1901952"/>
            <a:ext cx="3581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</a:rPr>
              <a:t>Goal:</a:t>
            </a:r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 Finalisation &amp; Go-Live</a:t>
            </a:r>
            <a:endParaRPr lang="en-US" sz="1200">
              <a:ea typeface="+mn-lt"/>
              <a:cs typeface="+mn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958328" y="2319931"/>
            <a:ext cx="3727704" cy="24757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1480" y="2487168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04632" y="2551176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Correction des derniers bugs et documentation </a:t>
            </a:r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8031480" y="3054096"/>
            <a:ext cx="3581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04632" y="3118104"/>
            <a:ext cx="3435096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11827"/>
                </a:solidFill>
                <a:ea typeface="+mn-lt"/>
                <a:cs typeface="+mn-lt"/>
              </a:rPr>
              <a:t>Préparation de la démo finale</a:t>
            </a:r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10268712" y="1033272"/>
            <a:ext cx="1325880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96144" y="1069848"/>
            <a:ext cx="12710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Go-Live (01/05/2026)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865937" y="1280160"/>
            <a:ext cx="0" cy="51663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25857" y="1371600"/>
            <a:ext cx="128016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53289" y="1417320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Release finale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2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Office Theme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Release Planning - TheOBio</dc:subject>
  <dc:creator>Coach Scrum CDWFS</dc:creator>
  <cp:lastModifiedBy>Coach Scrum CDWFS</cp:lastModifiedBy>
  <cp:revision>123</cp:revision>
  <dcterms:created xsi:type="dcterms:W3CDTF">2026-01-27T11:26:49Z</dcterms:created>
  <dcterms:modified xsi:type="dcterms:W3CDTF">2026-01-28T09:21:51Z</dcterms:modified>
</cp:coreProperties>
</file>